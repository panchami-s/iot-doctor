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10" r:id="rId14"/>
    <p:sldId id="302" r:id="rId15"/>
    <p:sldId id="311" r:id="rId16"/>
    <p:sldId id="304" r:id="rId17"/>
    <p:sldId id="305" r:id="rId18"/>
    <p:sldId id="306" r:id="rId19"/>
    <p:sldId id="307" r:id="rId20"/>
    <p:sldId id="308" r:id="rId21"/>
    <p:sldId id="309"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0003BC-9E23-426E-944F-37CA0D852E84}" v="17" dt="2026-09-29T06:01:24.06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ti S" userId="b7c83dbb5f52001a" providerId="LiveId" clId="{CDB82540-381D-4684-8CDB-8904108EA363}"/>
    <pc:docChg chg="undo redo custSel addSld delSld modSld">
      <pc:chgData name="Deepti S" userId="b7c83dbb5f52001a" providerId="LiveId" clId="{CDB82540-381D-4684-8CDB-8904108EA363}" dt="2026-09-29T06:01:34.752" v="320" actId="14100"/>
      <pc:docMkLst>
        <pc:docMk/>
      </pc:docMkLst>
      <pc:sldChg chg="addSp delSp modSp mod">
        <pc:chgData name="Deepti S" userId="b7c83dbb5f52001a" providerId="LiveId" clId="{CDB82540-381D-4684-8CDB-8904108EA363}" dt="2026-09-29T05:24:41.839" v="108" actId="255"/>
        <pc:sldMkLst>
          <pc:docMk/>
          <pc:sldMk cId="952317876" sldId="291"/>
        </pc:sldMkLst>
        <pc:spChg chg="mod">
          <ac:chgData name="Deepti S" userId="b7c83dbb5f52001a" providerId="LiveId" clId="{CDB82540-381D-4684-8CDB-8904108EA363}" dt="2026-09-29T05:20:49.969" v="14" actId="113"/>
          <ac:spMkLst>
            <pc:docMk/>
            <pc:sldMk cId="952317876" sldId="291"/>
            <ac:spMk id="4" creationId="{A828B9EF-C084-F5D4-CA27-75AF7D995640}"/>
          </ac:spMkLst>
        </pc:spChg>
        <pc:spChg chg="mod">
          <ac:chgData name="Deepti S" userId="b7c83dbb5f52001a" providerId="LiveId" clId="{CDB82540-381D-4684-8CDB-8904108EA363}" dt="2026-09-29T05:19:51" v="4" actId="113"/>
          <ac:spMkLst>
            <pc:docMk/>
            <pc:sldMk cId="952317876" sldId="291"/>
            <ac:spMk id="7" creationId="{3D723CA3-EC2D-165A-F109-3759C4E9C8A4}"/>
          </ac:spMkLst>
        </pc:spChg>
        <pc:graphicFrameChg chg="mod modGraphic">
          <ac:chgData name="Deepti S" userId="b7c83dbb5f52001a" providerId="LiveId" clId="{CDB82540-381D-4684-8CDB-8904108EA363}" dt="2026-09-29T05:24:41.839" v="108" actId="255"/>
          <ac:graphicFrameMkLst>
            <pc:docMk/>
            <pc:sldMk cId="952317876" sldId="291"/>
            <ac:graphicFrameMk id="96" creationId="{00000000-0000-0000-0000-000000000000}"/>
          </ac:graphicFrameMkLst>
        </pc:graphicFrameChg>
        <pc:picChg chg="add mod">
          <ac:chgData name="Deepti S" userId="b7c83dbb5f52001a" providerId="LiveId" clId="{CDB82540-381D-4684-8CDB-8904108EA363}" dt="2026-09-29T05:22:54.782" v="21" actId="1076"/>
          <ac:picMkLst>
            <pc:docMk/>
            <pc:sldMk cId="952317876" sldId="291"/>
            <ac:picMk id="5" creationId="{F9341B46-03EC-5D11-0FDF-165D877D872A}"/>
          </ac:picMkLst>
        </pc:picChg>
        <pc:picChg chg="del">
          <ac:chgData name="Deepti S" userId="b7c83dbb5f52001a" providerId="LiveId" clId="{CDB82540-381D-4684-8CDB-8904108EA363}" dt="2026-09-29T05:22:50.336" v="20" actId="478"/>
          <ac:picMkLst>
            <pc:docMk/>
            <pc:sldMk cId="952317876" sldId="291"/>
            <ac:picMk id="98" creationId="{00000000-0000-0000-0000-000000000000}"/>
          </ac:picMkLst>
        </pc:picChg>
      </pc:sldChg>
      <pc:sldChg chg="modSp mod">
        <pc:chgData name="Deepti S" userId="b7c83dbb5f52001a" providerId="LiveId" clId="{CDB82540-381D-4684-8CDB-8904108EA363}" dt="2026-09-29T05:27:15.297" v="121" actId="20577"/>
        <pc:sldMkLst>
          <pc:docMk/>
          <pc:sldMk cId="261653373" sldId="292"/>
        </pc:sldMkLst>
        <pc:spChg chg="mod">
          <ac:chgData name="Deepti S" userId="b7c83dbb5f52001a" providerId="LiveId" clId="{CDB82540-381D-4684-8CDB-8904108EA363}" dt="2026-09-29T05:27:15.297" v="121" actId="20577"/>
          <ac:spMkLst>
            <pc:docMk/>
            <pc:sldMk cId="261653373" sldId="292"/>
            <ac:spMk id="2" creationId="{C6F6745E-14BA-0766-CE1E-32E29663832D}"/>
          </ac:spMkLst>
        </pc:spChg>
      </pc:sldChg>
      <pc:sldChg chg="modSp">
        <pc:chgData name="Deepti S" userId="b7c83dbb5f52001a" providerId="LiveId" clId="{CDB82540-381D-4684-8CDB-8904108EA363}" dt="2026-09-29T05:29:00.670" v="124"/>
        <pc:sldMkLst>
          <pc:docMk/>
          <pc:sldMk cId="619459906" sldId="293"/>
        </pc:sldMkLst>
        <pc:spChg chg="mod">
          <ac:chgData name="Deepti S" userId="b7c83dbb5f52001a" providerId="LiveId" clId="{CDB82540-381D-4684-8CDB-8904108EA363}" dt="2026-09-29T05:29:00.670" v="124"/>
          <ac:spMkLst>
            <pc:docMk/>
            <pc:sldMk cId="619459906" sldId="293"/>
            <ac:spMk id="2" creationId="{4A1BF701-ABCA-4DF0-8330-B6AF71EF8E39}"/>
          </ac:spMkLst>
        </pc:spChg>
      </pc:sldChg>
      <pc:sldChg chg="modSp mod">
        <pc:chgData name="Deepti S" userId="b7c83dbb5f52001a" providerId="LiveId" clId="{CDB82540-381D-4684-8CDB-8904108EA363}" dt="2026-09-29T05:32:35.339" v="139" actId="1076"/>
        <pc:sldMkLst>
          <pc:docMk/>
          <pc:sldMk cId="443603904" sldId="294"/>
        </pc:sldMkLst>
        <pc:spChg chg="mod">
          <ac:chgData name="Deepti S" userId="b7c83dbb5f52001a" providerId="LiveId" clId="{CDB82540-381D-4684-8CDB-8904108EA363}" dt="2026-09-29T05:32:08.779" v="134" actId="1076"/>
          <ac:spMkLst>
            <pc:docMk/>
            <pc:sldMk cId="443603904" sldId="294"/>
            <ac:spMk id="2" creationId="{151FBD4A-3273-E454-091D-D5B0678FC299}"/>
          </ac:spMkLst>
        </pc:spChg>
        <pc:spChg chg="mod">
          <ac:chgData name="Deepti S" userId="b7c83dbb5f52001a" providerId="LiveId" clId="{CDB82540-381D-4684-8CDB-8904108EA363}" dt="2026-09-29T05:32:35.339" v="139" actId="1076"/>
          <ac:spMkLst>
            <pc:docMk/>
            <pc:sldMk cId="443603904" sldId="294"/>
            <ac:spMk id="3" creationId="{4A7608B5-9906-EFCF-959A-E89FC2E3EE19}"/>
          </ac:spMkLst>
        </pc:spChg>
      </pc:sldChg>
      <pc:sldChg chg="addSp delSp modSp mod">
        <pc:chgData name="Deepti S" userId="b7c83dbb5f52001a" providerId="LiveId" clId="{CDB82540-381D-4684-8CDB-8904108EA363}" dt="2026-09-29T05:41:03.642" v="182" actId="1037"/>
        <pc:sldMkLst>
          <pc:docMk/>
          <pc:sldMk cId="3114963633" sldId="295"/>
        </pc:sldMkLst>
        <pc:spChg chg="mod">
          <ac:chgData name="Deepti S" userId="b7c83dbb5f52001a" providerId="LiveId" clId="{CDB82540-381D-4684-8CDB-8904108EA363}" dt="2026-09-29T05:40:00.677" v="149" actId="1076"/>
          <ac:spMkLst>
            <pc:docMk/>
            <pc:sldMk cId="3114963633" sldId="295"/>
            <ac:spMk id="2" creationId="{9BB86949-7ED1-C43B-B1E3-5122BB67A596}"/>
          </ac:spMkLst>
        </pc:spChg>
        <pc:spChg chg="mod ord">
          <ac:chgData name="Deepti S" userId="b7c83dbb5f52001a" providerId="LiveId" clId="{CDB82540-381D-4684-8CDB-8904108EA363}" dt="2026-09-29T05:41:03.642" v="182" actId="1037"/>
          <ac:spMkLst>
            <pc:docMk/>
            <pc:sldMk cId="3114963633" sldId="295"/>
            <ac:spMk id="9" creationId="{6FFF7BC6-93D0-8D42-34B7-C226B1B96C2D}"/>
          </ac:spMkLst>
        </pc:spChg>
        <pc:spChg chg="mod ord">
          <ac:chgData name="Deepti S" userId="b7c83dbb5f52001a" providerId="LiveId" clId="{CDB82540-381D-4684-8CDB-8904108EA363}" dt="2026-09-29T05:40:56.032" v="161" actId="1076"/>
          <ac:spMkLst>
            <pc:docMk/>
            <pc:sldMk cId="3114963633" sldId="295"/>
            <ac:spMk id="10" creationId="{A6C81E80-ED7B-4240-A8EE-0221D9ACD900}"/>
          </ac:spMkLst>
        </pc:spChg>
        <pc:picChg chg="add mod">
          <ac:chgData name="Deepti S" userId="b7c83dbb5f52001a" providerId="LiveId" clId="{CDB82540-381D-4684-8CDB-8904108EA363}" dt="2026-09-29T05:40:12.916" v="153" actId="1076"/>
          <ac:picMkLst>
            <pc:docMk/>
            <pc:sldMk cId="3114963633" sldId="295"/>
            <ac:picMk id="4" creationId="{C2E734EE-FCDD-61B9-D6FF-8BC4A9B4ADB9}"/>
          </ac:picMkLst>
        </pc:picChg>
        <pc:picChg chg="add del">
          <ac:chgData name="Deepti S" userId="b7c83dbb5f52001a" providerId="LiveId" clId="{CDB82540-381D-4684-8CDB-8904108EA363}" dt="2026-09-29T05:39:49.779" v="146" actId="478"/>
          <ac:picMkLst>
            <pc:docMk/>
            <pc:sldMk cId="3114963633" sldId="295"/>
            <ac:picMk id="5" creationId="{61F38907-89DE-28F7-316F-44E7DAB9309E}"/>
          </ac:picMkLst>
        </pc:picChg>
      </pc:sldChg>
      <pc:sldChg chg="addSp delSp modSp mod">
        <pc:chgData name="Deepti S" userId="b7c83dbb5f52001a" providerId="LiveId" clId="{CDB82540-381D-4684-8CDB-8904108EA363}" dt="2026-09-29T05:42:42.629" v="189" actId="1076"/>
        <pc:sldMkLst>
          <pc:docMk/>
          <pc:sldMk cId="1316545553" sldId="296"/>
        </pc:sldMkLst>
        <pc:picChg chg="add del">
          <ac:chgData name="Deepti S" userId="b7c83dbb5f52001a" providerId="LiveId" clId="{CDB82540-381D-4684-8CDB-8904108EA363}" dt="2026-09-29T05:42:28.815" v="184" actId="22"/>
          <ac:picMkLst>
            <pc:docMk/>
            <pc:sldMk cId="1316545553" sldId="296"/>
            <ac:picMk id="4" creationId="{C8890261-83CA-3661-EA38-B83471106CF9}"/>
          </ac:picMkLst>
        </pc:picChg>
        <pc:picChg chg="del">
          <ac:chgData name="Deepti S" userId="b7c83dbb5f52001a" providerId="LiveId" clId="{CDB82540-381D-4684-8CDB-8904108EA363}" dt="2026-09-29T05:42:29.858" v="185" actId="478"/>
          <ac:picMkLst>
            <pc:docMk/>
            <pc:sldMk cId="1316545553" sldId="296"/>
            <ac:picMk id="5" creationId="{5DC7512A-0AA7-CC22-D1D2-C738BF12660E}"/>
          </ac:picMkLst>
        </pc:picChg>
        <pc:picChg chg="add mod">
          <ac:chgData name="Deepti S" userId="b7c83dbb5f52001a" providerId="LiveId" clId="{CDB82540-381D-4684-8CDB-8904108EA363}" dt="2026-09-29T05:42:42.629" v="189" actId="1076"/>
          <ac:picMkLst>
            <pc:docMk/>
            <pc:sldMk cId="1316545553" sldId="296"/>
            <ac:picMk id="7" creationId="{1BD35405-CBF0-0C23-3573-1849B402F3F2}"/>
          </ac:picMkLst>
        </pc:picChg>
      </pc:sldChg>
      <pc:sldChg chg="addSp delSp modSp mod">
        <pc:chgData name="Deepti S" userId="b7c83dbb5f52001a" providerId="LiveId" clId="{CDB82540-381D-4684-8CDB-8904108EA363}" dt="2026-09-29T05:43:42.168" v="193" actId="14100"/>
        <pc:sldMkLst>
          <pc:docMk/>
          <pc:sldMk cId="232371894" sldId="297"/>
        </pc:sldMkLst>
        <pc:picChg chg="add mod">
          <ac:chgData name="Deepti S" userId="b7c83dbb5f52001a" providerId="LiveId" clId="{CDB82540-381D-4684-8CDB-8904108EA363}" dt="2026-09-29T05:43:42.168" v="193" actId="14100"/>
          <ac:picMkLst>
            <pc:docMk/>
            <pc:sldMk cId="232371894" sldId="297"/>
            <ac:picMk id="3" creationId="{B9670E6D-C58E-30F7-515B-42AA064A8EEE}"/>
          </ac:picMkLst>
        </pc:picChg>
        <pc:picChg chg="del">
          <ac:chgData name="Deepti S" userId="b7c83dbb5f52001a" providerId="LiveId" clId="{CDB82540-381D-4684-8CDB-8904108EA363}" dt="2026-09-29T05:43:22.136" v="190" actId="478"/>
          <ac:picMkLst>
            <pc:docMk/>
            <pc:sldMk cId="232371894" sldId="297"/>
            <ac:picMk id="5" creationId="{433A290A-6680-D490-E6D4-9336496B1C34}"/>
          </ac:picMkLst>
        </pc:picChg>
      </pc:sldChg>
      <pc:sldChg chg="addSp delSp modSp mod">
        <pc:chgData name="Deepti S" userId="b7c83dbb5f52001a" providerId="LiveId" clId="{CDB82540-381D-4684-8CDB-8904108EA363}" dt="2026-09-29T05:47:05.190" v="206" actId="1036"/>
        <pc:sldMkLst>
          <pc:docMk/>
          <pc:sldMk cId="445195169" sldId="298"/>
        </pc:sldMkLst>
        <pc:picChg chg="del">
          <ac:chgData name="Deepti S" userId="b7c83dbb5f52001a" providerId="LiveId" clId="{CDB82540-381D-4684-8CDB-8904108EA363}" dt="2026-09-29T05:46:44.205" v="196" actId="478"/>
          <ac:picMkLst>
            <pc:docMk/>
            <pc:sldMk cId="445195169" sldId="298"/>
            <ac:picMk id="3" creationId="{81932CE2-F219-0CA8-0102-55B8C682B8A2}"/>
          </ac:picMkLst>
        </pc:picChg>
        <pc:picChg chg="add mod">
          <ac:chgData name="Deepti S" userId="b7c83dbb5f52001a" providerId="LiveId" clId="{CDB82540-381D-4684-8CDB-8904108EA363}" dt="2026-09-29T05:47:05.190" v="206" actId="1036"/>
          <ac:picMkLst>
            <pc:docMk/>
            <pc:sldMk cId="445195169" sldId="298"/>
            <ac:picMk id="5" creationId="{5F2F83EB-E07E-4069-95AD-92AE1BB439DB}"/>
          </ac:picMkLst>
        </pc:picChg>
      </pc:sldChg>
      <pc:sldChg chg="modSp mod">
        <pc:chgData name="Deepti S" userId="b7c83dbb5f52001a" providerId="LiveId" clId="{CDB82540-381D-4684-8CDB-8904108EA363}" dt="2026-09-29T05:47:55.292" v="209" actId="20577"/>
        <pc:sldMkLst>
          <pc:docMk/>
          <pc:sldMk cId="4000696967" sldId="299"/>
        </pc:sldMkLst>
        <pc:spChg chg="mod">
          <ac:chgData name="Deepti S" userId="b7c83dbb5f52001a" providerId="LiveId" clId="{CDB82540-381D-4684-8CDB-8904108EA363}" dt="2026-09-29T05:47:55.292" v="209" actId="20577"/>
          <ac:spMkLst>
            <pc:docMk/>
            <pc:sldMk cId="4000696967" sldId="299"/>
            <ac:spMk id="3" creationId="{322462E8-EB3A-DA7D-44CB-4E757803A755}"/>
          </ac:spMkLst>
        </pc:spChg>
      </pc:sldChg>
      <pc:sldChg chg="addSp delSp modSp mod">
        <pc:chgData name="Deepti S" userId="b7c83dbb5f52001a" providerId="LiveId" clId="{CDB82540-381D-4684-8CDB-8904108EA363}" dt="2026-09-29T05:53:52.749" v="242" actId="1076"/>
        <pc:sldMkLst>
          <pc:docMk/>
          <pc:sldMk cId="893417001" sldId="300"/>
        </pc:sldMkLst>
        <pc:spChg chg="add del mod">
          <ac:chgData name="Deepti S" userId="b7c83dbb5f52001a" providerId="LiveId" clId="{CDB82540-381D-4684-8CDB-8904108EA363}" dt="2026-09-29T05:50:32.166" v="231"/>
          <ac:spMkLst>
            <pc:docMk/>
            <pc:sldMk cId="893417001" sldId="300"/>
            <ac:spMk id="5" creationId="{1BD576A0-BF64-32B6-1E59-49AA2C59C5CE}"/>
          </ac:spMkLst>
        </pc:spChg>
        <pc:spChg chg="del mod">
          <ac:chgData name="Deepti S" userId="b7c83dbb5f52001a" providerId="LiveId" clId="{CDB82540-381D-4684-8CDB-8904108EA363}" dt="2026-09-29T05:53:26.523" v="237" actId="478"/>
          <ac:spMkLst>
            <pc:docMk/>
            <pc:sldMk cId="893417001" sldId="300"/>
            <ac:spMk id="14" creationId="{7B8E599E-5B1D-59CD-4F1D-CEF8D0CA327B}"/>
          </ac:spMkLst>
        </pc:spChg>
        <pc:spChg chg="mod">
          <ac:chgData name="Deepti S" userId="b7c83dbb5f52001a" providerId="LiveId" clId="{CDB82540-381D-4684-8CDB-8904108EA363}" dt="2026-09-29T05:53:32.864" v="238" actId="1076"/>
          <ac:spMkLst>
            <pc:docMk/>
            <pc:sldMk cId="893417001" sldId="300"/>
            <ac:spMk id="15" creationId="{B22EA981-5113-2D05-C1A2-169306E1D47C}"/>
          </ac:spMkLst>
        </pc:spChg>
        <pc:picChg chg="add mod">
          <ac:chgData name="Deepti S" userId="b7c83dbb5f52001a" providerId="LiveId" clId="{CDB82540-381D-4684-8CDB-8904108EA363}" dt="2026-09-29T05:53:52.749" v="242" actId="1076"/>
          <ac:picMkLst>
            <pc:docMk/>
            <pc:sldMk cId="893417001" sldId="300"/>
            <ac:picMk id="3" creationId="{7B325E68-02C5-4DB5-7A3C-0E9C7472D69A}"/>
          </ac:picMkLst>
        </pc:picChg>
        <pc:picChg chg="del">
          <ac:chgData name="Deepti S" userId="b7c83dbb5f52001a" providerId="LiveId" clId="{CDB82540-381D-4684-8CDB-8904108EA363}" dt="2026-09-29T05:53:19.294" v="233" actId="478"/>
          <ac:picMkLst>
            <pc:docMk/>
            <pc:sldMk cId="893417001" sldId="300"/>
            <ac:picMk id="12" creationId="{3E29AF1D-88C4-87E5-74DF-4E97121E06CE}"/>
          </ac:picMkLst>
        </pc:picChg>
        <pc:picChg chg="del">
          <ac:chgData name="Deepti S" userId="b7c83dbb5f52001a" providerId="LiveId" clId="{CDB82540-381D-4684-8CDB-8904108EA363}" dt="2026-09-29T05:53:18.064" v="232" actId="478"/>
          <ac:picMkLst>
            <pc:docMk/>
            <pc:sldMk cId="893417001" sldId="300"/>
            <ac:picMk id="13" creationId="{C81444F5-0692-DD67-1759-70821E53B029}"/>
          </ac:picMkLst>
        </pc:picChg>
      </pc:sldChg>
      <pc:sldChg chg="addSp delSp modSp mod">
        <pc:chgData name="Deepti S" userId="b7c83dbb5f52001a" providerId="LiveId" clId="{CDB82540-381D-4684-8CDB-8904108EA363}" dt="2026-09-29T05:55:05.843" v="256" actId="1036"/>
        <pc:sldMkLst>
          <pc:docMk/>
          <pc:sldMk cId="1429961814" sldId="301"/>
        </pc:sldMkLst>
        <pc:spChg chg="del mod">
          <ac:chgData name="Deepti S" userId="b7c83dbb5f52001a" providerId="LiveId" clId="{CDB82540-381D-4684-8CDB-8904108EA363}" dt="2026-09-29T05:55:03.410" v="251"/>
          <ac:spMkLst>
            <pc:docMk/>
            <pc:sldMk cId="1429961814" sldId="301"/>
            <ac:spMk id="2" creationId="{CCA977A3-5FA0-8FF5-E1D1-86C9ED676512}"/>
          </ac:spMkLst>
        </pc:spChg>
        <pc:picChg chg="del">
          <ac:chgData name="Deepti S" userId="b7c83dbb5f52001a" providerId="LiveId" clId="{CDB82540-381D-4684-8CDB-8904108EA363}" dt="2026-09-29T05:54:17.545" v="243" actId="478"/>
          <ac:picMkLst>
            <pc:docMk/>
            <pc:sldMk cId="1429961814" sldId="301"/>
            <ac:picMk id="4" creationId="{E430EE8C-8F89-5938-483F-00452050511A}"/>
          </ac:picMkLst>
        </pc:picChg>
        <pc:picChg chg="add mod">
          <ac:chgData name="Deepti S" userId="b7c83dbb5f52001a" providerId="LiveId" clId="{CDB82540-381D-4684-8CDB-8904108EA363}" dt="2026-09-29T05:55:05.843" v="256" actId="1036"/>
          <ac:picMkLst>
            <pc:docMk/>
            <pc:sldMk cId="1429961814" sldId="301"/>
            <ac:picMk id="5" creationId="{B63978C1-3622-2196-3937-84A60B0A7E18}"/>
          </ac:picMkLst>
        </pc:picChg>
      </pc:sldChg>
      <pc:sldChg chg="addSp delSp modSp mod">
        <pc:chgData name="Deepti S" userId="b7c83dbb5f52001a" providerId="LiveId" clId="{CDB82540-381D-4684-8CDB-8904108EA363}" dt="2026-09-29T05:58:35.051" v="283" actId="1036"/>
        <pc:sldMkLst>
          <pc:docMk/>
          <pc:sldMk cId="3585092305" sldId="302"/>
        </pc:sldMkLst>
        <pc:spChg chg="del mod">
          <ac:chgData name="Deepti S" userId="b7c83dbb5f52001a" providerId="LiveId" clId="{CDB82540-381D-4684-8CDB-8904108EA363}" dt="2026-09-29T05:58:28.706" v="280"/>
          <ac:spMkLst>
            <pc:docMk/>
            <pc:sldMk cId="3585092305" sldId="302"/>
            <ac:spMk id="2" creationId="{9692D13D-6B69-03D8-BA22-587B943A2572}"/>
          </ac:spMkLst>
        </pc:spChg>
        <pc:spChg chg="mod">
          <ac:chgData name="Deepti S" userId="b7c83dbb5f52001a" providerId="LiveId" clId="{CDB82540-381D-4684-8CDB-8904108EA363}" dt="2026-09-29T05:58:35.051" v="283" actId="1036"/>
          <ac:spMkLst>
            <pc:docMk/>
            <pc:sldMk cId="3585092305" sldId="302"/>
            <ac:spMk id="278" creationId="{A5DD5E73-E4F8-AB1C-5A5A-D4EBAD6FD1B8}"/>
          </ac:spMkLst>
        </pc:spChg>
        <pc:picChg chg="add mod">
          <ac:chgData name="Deepti S" userId="b7c83dbb5f52001a" providerId="LiveId" clId="{CDB82540-381D-4684-8CDB-8904108EA363}" dt="2026-09-29T05:58:27.829" v="278" actId="14100"/>
          <ac:picMkLst>
            <pc:docMk/>
            <pc:sldMk cId="3585092305" sldId="302"/>
            <ac:picMk id="4" creationId="{6C4BCA2A-BF20-AC46-A1A9-6B329DCD0628}"/>
          </ac:picMkLst>
        </pc:picChg>
        <pc:picChg chg="del">
          <ac:chgData name="Deepti S" userId="b7c83dbb5f52001a" providerId="LiveId" clId="{CDB82540-381D-4684-8CDB-8904108EA363}" dt="2026-09-29T05:58:02.710" v="271" actId="478"/>
          <ac:picMkLst>
            <pc:docMk/>
            <pc:sldMk cId="3585092305" sldId="302"/>
            <ac:picMk id="5" creationId="{146B9DE6-C4BB-B81B-528A-B8789445C3FE}"/>
          </ac:picMkLst>
        </pc:picChg>
      </pc:sldChg>
      <pc:sldChg chg="addSp delSp modSp del mod">
        <pc:chgData name="Deepti S" userId="b7c83dbb5f52001a" providerId="LiveId" clId="{CDB82540-381D-4684-8CDB-8904108EA363}" dt="2026-09-29T06:00:40.605" v="313" actId="47"/>
        <pc:sldMkLst>
          <pc:docMk/>
          <pc:sldMk cId="2601907186" sldId="303"/>
        </pc:sldMkLst>
        <pc:spChg chg="add del mod">
          <ac:chgData name="Deepti S" userId="b7c83dbb5f52001a" providerId="LiveId" clId="{CDB82540-381D-4684-8CDB-8904108EA363}" dt="2026-09-29T05:59:58.983" v="294"/>
          <ac:spMkLst>
            <pc:docMk/>
            <pc:sldMk cId="2601907186" sldId="303"/>
            <ac:spMk id="3" creationId="{5530AF57-F3F0-DD98-E741-CAF58323AB11}"/>
          </ac:spMkLst>
        </pc:spChg>
        <pc:spChg chg="add del mod">
          <ac:chgData name="Deepti S" userId="b7c83dbb5f52001a" providerId="LiveId" clId="{CDB82540-381D-4684-8CDB-8904108EA363}" dt="2026-09-29T06:00:04.449" v="297"/>
          <ac:spMkLst>
            <pc:docMk/>
            <pc:sldMk cId="2601907186" sldId="303"/>
            <ac:spMk id="5" creationId="{7025096F-4AAF-CFD3-11CC-CB43008EDC7F}"/>
          </ac:spMkLst>
        </pc:spChg>
        <pc:spChg chg="mod">
          <ac:chgData name="Deepti S" userId="b7c83dbb5f52001a" providerId="LiveId" clId="{CDB82540-381D-4684-8CDB-8904108EA363}" dt="2026-09-29T06:00:07.706" v="298" actId="21"/>
          <ac:spMkLst>
            <pc:docMk/>
            <pc:sldMk cId="2601907186" sldId="303"/>
            <ac:spMk id="278" creationId="{67AD5A0A-54A3-BC96-26BB-9C49B61555EC}"/>
          </ac:spMkLst>
        </pc:spChg>
      </pc:sldChg>
      <pc:sldChg chg="modSp mod">
        <pc:chgData name="Deepti S" userId="b7c83dbb5f52001a" providerId="LiveId" clId="{CDB82540-381D-4684-8CDB-8904108EA363}" dt="2026-09-29T06:01:34.752" v="320" actId="14100"/>
        <pc:sldMkLst>
          <pc:docMk/>
          <pc:sldMk cId="2325282270" sldId="304"/>
        </pc:sldMkLst>
        <pc:spChg chg="mod">
          <ac:chgData name="Deepti S" userId="b7c83dbb5f52001a" providerId="LiveId" clId="{CDB82540-381D-4684-8CDB-8904108EA363}" dt="2026-09-29T06:00:53.788" v="317" actId="1076"/>
          <ac:spMkLst>
            <pc:docMk/>
            <pc:sldMk cId="2325282270" sldId="304"/>
            <ac:spMk id="2" creationId="{6FA184BA-BCF2-3D7B-30D0-0F3CF30C161B}"/>
          </ac:spMkLst>
        </pc:spChg>
        <pc:spChg chg="mod">
          <ac:chgData name="Deepti S" userId="b7c83dbb5f52001a" providerId="LiveId" clId="{CDB82540-381D-4684-8CDB-8904108EA363}" dt="2026-09-29T06:01:34.752" v="320" actId="14100"/>
          <ac:spMkLst>
            <pc:docMk/>
            <pc:sldMk cId="2325282270" sldId="304"/>
            <ac:spMk id="3" creationId="{ED65F54F-855A-0DB6-09A6-3212C5F7405B}"/>
          </ac:spMkLst>
        </pc:spChg>
      </pc:sldChg>
      <pc:sldChg chg="addSp delSp modSp new mod">
        <pc:chgData name="Deepti S" userId="b7c83dbb5f52001a" providerId="LiveId" clId="{CDB82540-381D-4684-8CDB-8904108EA363}" dt="2026-09-29T05:57:33.636" v="270" actId="1076"/>
        <pc:sldMkLst>
          <pc:docMk/>
          <pc:sldMk cId="3733124042" sldId="310"/>
        </pc:sldMkLst>
        <pc:spChg chg="add del mod">
          <ac:chgData name="Deepti S" userId="b7c83dbb5f52001a" providerId="LiveId" clId="{CDB82540-381D-4684-8CDB-8904108EA363}" dt="2026-09-29T05:57:30.511" v="269" actId="478"/>
          <ac:spMkLst>
            <pc:docMk/>
            <pc:sldMk cId="3733124042" sldId="310"/>
            <ac:spMk id="6" creationId="{66339DAB-2508-AE16-A87E-151F2DD4C3BF}"/>
          </ac:spMkLst>
        </pc:spChg>
        <pc:spChg chg="add del">
          <ac:chgData name="Deepti S" userId="b7c83dbb5f52001a" providerId="LiveId" clId="{CDB82540-381D-4684-8CDB-8904108EA363}" dt="2026-09-29T05:57:13.944" v="267" actId="478"/>
          <ac:spMkLst>
            <pc:docMk/>
            <pc:sldMk cId="3733124042" sldId="310"/>
            <ac:spMk id="7" creationId="{8F1F94F7-6AA2-C9BF-9EEC-9F8505C6FC14}"/>
          </ac:spMkLst>
        </pc:spChg>
        <pc:picChg chg="add mod">
          <ac:chgData name="Deepti S" userId="b7c83dbb5f52001a" providerId="LiveId" clId="{CDB82540-381D-4684-8CDB-8904108EA363}" dt="2026-09-29T05:56:53.504" v="262" actId="14100"/>
          <ac:picMkLst>
            <pc:docMk/>
            <pc:sldMk cId="3733124042" sldId="310"/>
            <ac:picMk id="5" creationId="{8B50C09C-CA7F-5902-CA4F-2203ACEBD806}"/>
          </ac:picMkLst>
        </pc:picChg>
        <pc:cxnChg chg="add mod">
          <ac:chgData name="Deepti S" userId="b7c83dbb5f52001a" providerId="LiveId" clId="{CDB82540-381D-4684-8CDB-8904108EA363}" dt="2026-09-29T05:57:33.636" v="270" actId="1076"/>
          <ac:cxnSpMkLst>
            <pc:docMk/>
            <pc:sldMk cId="3733124042" sldId="310"/>
            <ac:cxnSpMk id="9" creationId="{F8D6F37D-852F-BF01-2289-ED2B154AFB3F}"/>
          </ac:cxnSpMkLst>
        </pc:cxnChg>
      </pc:sldChg>
      <pc:sldChg chg="addSp modSp new mod">
        <pc:chgData name="Deepti S" userId="b7c83dbb5f52001a" providerId="LiveId" clId="{CDB82540-381D-4684-8CDB-8904108EA363}" dt="2026-09-29T06:00:36.946" v="312" actId="14100"/>
        <pc:sldMkLst>
          <pc:docMk/>
          <pc:sldMk cId="2122323612" sldId="311"/>
        </pc:sldMkLst>
        <pc:spChg chg="add mod">
          <ac:chgData name="Deepti S" userId="b7c83dbb5f52001a" providerId="LiveId" clId="{CDB82540-381D-4684-8CDB-8904108EA363}" dt="2026-09-29T06:00:24.525" v="302" actId="1076"/>
          <ac:spMkLst>
            <pc:docMk/>
            <pc:sldMk cId="2122323612" sldId="311"/>
            <ac:spMk id="7" creationId="{CA21CD32-051A-BCDE-40CE-086C0B8927F8}"/>
          </ac:spMkLst>
        </pc:spChg>
        <pc:picChg chg="add mod">
          <ac:chgData name="Deepti S" userId="b7c83dbb5f52001a" providerId="LiveId" clId="{CDB82540-381D-4684-8CDB-8904108EA363}" dt="2026-09-29T06:00:36.946" v="312" actId="14100"/>
          <ac:picMkLst>
            <pc:docMk/>
            <pc:sldMk cId="2122323612" sldId="311"/>
            <ac:picMk id="5" creationId="{B7C5A300-D15D-0367-5297-D8E82F5D496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67951236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sz="1400" b="1"/>
                    </a:p>
                    <a:p>
                      <a:pPr marL="0" marR="0" lvl="0" indent="0" algn="l" rtl="0">
                        <a:spcBef>
                          <a:spcPts val="0"/>
                        </a:spcBef>
                        <a:spcAft>
                          <a:spcPts val="0"/>
                        </a:spcAft>
                        <a:buNone/>
                      </a:pPr>
                      <a:endParaRPr lang="en-IN" sz="1400" b="1"/>
                    </a:p>
                    <a:p>
                      <a:pPr marL="0" marR="0" lvl="0" indent="0" algn="l" rtl="0">
                        <a:spcBef>
                          <a:spcPts val="0"/>
                        </a:spcBef>
                        <a:spcAft>
                          <a:spcPts val="0"/>
                        </a:spcAft>
                        <a:buNone/>
                      </a:pPr>
                      <a:r>
                        <a:rPr lang="en-IN" sz="1400" b="1"/>
                        <a:t>      </a:t>
                      </a:r>
                      <a:r>
                        <a:rPr lang="en-IN" sz="1800" b="1"/>
                        <a:t>PANCHAMI S</a:t>
                      </a:r>
                      <a:endParaRPr sz="18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GB"/>
                    </a:p>
                    <a:p>
                      <a:pPr marL="0" marR="0" lvl="0" indent="0" algn="l" rtl="0">
                        <a:spcBef>
                          <a:spcPts val="0"/>
                        </a:spcBef>
                        <a:spcAft>
                          <a:spcPts val="0"/>
                        </a:spcAft>
                        <a:buNone/>
                      </a:pPr>
                      <a:endParaRPr lang="en-IN"/>
                    </a:p>
                    <a:p>
                      <a:pPr marL="0" marR="0" lvl="0" indent="0" algn="l" rtl="0">
                        <a:spcBef>
                          <a:spcPts val="0"/>
                        </a:spcBef>
                        <a:spcAft>
                          <a:spcPts val="0"/>
                        </a:spcAft>
                        <a:buNone/>
                      </a:pPr>
                      <a:r>
                        <a:rPr lang="en-IN"/>
                        <a:t> </a:t>
                      </a:r>
                      <a:r>
                        <a:rPr lang="en-IN" sz="1200"/>
                        <a:t>panchamigowda641@gmail.com</a:t>
                      </a:r>
                      <a:endParaRPr sz="12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GB"/>
                    </a:p>
                    <a:p>
                      <a:pPr marL="0" marR="0" lvl="0" indent="0" algn="l" rtl="0">
                        <a:spcBef>
                          <a:spcPts val="0"/>
                        </a:spcBef>
                        <a:spcAft>
                          <a:spcPts val="0"/>
                        </a:spcAft>
                        <a:buNone/>
                      </a:pPr>
                      <a:endParaRPr lang="en-IN"/>
                    </a:p>
                    <a:p>
                      <a:pPr marL="0" marR="0" lvl="0" indent="0" algn="l" rtl="0">
                        <a:spcBef>
                          <a:spcPts val="0"/>
                        </a:spcBef>
                        <a:spcAft>
                          <a:spcPts val="0"/>
                        </a:spcAft>
                        <a:buNone/>
                      </a:pPr>
                      <a:r>
                        <a:rPr lang="en-IN"/>
                        <a:t>             9113671957</a:t>
                      </a: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IN" sz="2400" b="1"/>
              <a:t>Internet of Things (IoT) / Artificial Intelligence</a:t>
            </a: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a:t>Project Tile – </a:t>
            </a:r>
            <a:r>
              <a:rPr lang="en-IN" sz="2400" b="1"/>
              <a:t>IoT Doctor – Smart IoT Device Troubleshooting Chatbot</a:t>
            </a: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F9341B46-03EC-5D11-0FDF-165D877D872A}"/>
              </a:ext>
            </a:extLst>
          </p:cNvPr>
          <p:cNvPicPr>
            <a:picLocks noChangeAspect="1"/>
          </p:cNvPicPr>
          <p:nvPr/>
        </p:nvPicPr>
        <p:blipFill>
          <a:blip r:embed="rId3"/>
          <a:stretch>
            <a:fillRect/>
          </a:stretch>
        </p:blipFill>
        <p:spPr>
          <a:xfrm>
            <a:off x="4228260" y="3688315"/>
            <a:ext cx="762500" cy="936285"/>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1280648" cy="3970318"/>
          </a:xfrm>
          <a:prstGeom prst="rect">
            <a:avLst/>
          </a:prstGeom>
          <a:noFill/>
        </p:spPr>
        <p:txBody>
          <a:bodyPr wrap="square" rtlCol="0">
            <a:spAutoFit/>
          </a:bodyPr>
          <a:lstStyle/>
          <a:p>
            <a:pPr fontAlgn="base"/>
            <a:r>
              <a:rPr lang="en-US" b="1"/>
              <a:t>Problem Statement : </a:t>
            </a:r>
            <a:r>
              <a:rPr lang="en-IN"/>
              <a:t>Smart IoT Device Troubleshooting Chatbot</a:t>
            </a:r>
          </a:p>
          <a:p>
            <a:pPr fontAlgn="base"/>
            <a:endParaRPr lang="en-US" b="1"/>
          </a:p>
          <a:p>
            <a:pPr fontAlgn="base"/>
            <a:r>
              <a:rPr lang="en-US" b="1"/>
              <a:t>The Challenge</a:t>
            </a:r>
            <a:r>
              <a:rPr lang="en-US"/>
              <a:t> </a:t>
            </a:r>
          </a:p>
          <a:p>
            <a:pPr fontAlgn="base"/>
            <a:r>
              <a:rPr lang="en-IN"/>
              <a:t>Users face Wi-Fi connectivity, configuration, firmware, sensor and device malfunction issues and often need technical documentation or support.</a:t>
            </a:r>
          </a:p>
          <a:p>
            <a:pPr fontAlgn="base"/>
            <a:endParaRPr lang="en-US"/>
          </a:p>
          <a:p>
            <a:pPr fontAlgn="base"/>
            <a:r>
              <a:rPr lang="en-US" b="1"/>
              <a:t>The Objective</a:t>
            </a:r>
            <a:r>
              <a:rPr lang="en-US"/>
              <a:t> </a:t>
            </a:r>
          </a:p>
          <a:p>
            <a:r>
              <a:rPr lang="en-IN"/>
              <a:t>Build an </a:t>
            </a:r>
            <a:r>
              <a:rPr lang="en-IN" b="1"/>
              <a:t>AI-powered Smart IoT Device Troubleshooting Chatbot</a:t>
            </a:r>
            <a:r>
              <a:rPr lang="en-IN"/>
              <a:t> that helps users identify and resolve common IoT device issues through natural-language interaction.</a:t>
            </a:r>
          </a:p>
          <a:p>
            <a:r>
              <a:rPr lang="en-IN"/>
              <a:t>The system aims to:</a:t>
            </a:r>
          </a:p>
          <a:p>
            <a:pPr lvl="0"/>
            <a:r>
              <a:rPr lang="en-IN" b="1"/>
              <a:t>Understand IoT Issues</a:t>
            </a:r>
            <a:r>
              <a:rPr lang="en-IN"/>
              <a:t> – Interpret problems related to connectivity, configuration, sensors, firmware, and device malfunctions.</a:t>
            </a:r>
          </a:p>
          <a:p>
            <a:pPr lvl="0"/>
            <a:r>
              <a:rPr lang="en-IN" b="1"/>
              <a:t>Retrieve Relevant Knowledge</a:t>
            </a:r>
            <a:r>
              <a:rPr lang="en-IN"/>
              <a:t> – Use </a:t>
            </a:r>
            <a:r>
              <a:rPr lang="en-IN" b="1"/>
              <a:t>RAG</a:t>
            </a:r>
            <a:r>
              <a:rPr lang="en-IN"/>
              <a:t> to find relevant information from an IoT troubleshooting knowledge base.</a:t>
            </a:r>
          </a:p>
          <a:p>
            <a:pPr lvl="0"/>
            <a:r>
              <a:rPr lang="en-IN" b="1"/>
              <a:t>Provide Step-by-Step Solutions</a:t>
            </a:r>
            <a:r>
              <a:rPr lang="en-IN"/>
              <a:t> – Generate simple and practical troubleshooting instructions for users.</a:t>
            </a:r>
          </a:p>
          <a:p>
            <a:pPr lvl="0"/>
            <a:r>
              <a:rPr lang="en-IN" b="1"/>
              <a:t>Use a Multi-Agent System</a:t>
            </a:r>
            <a:r>
              <a:rPr lang="en-IN"/>
              <a:t> – Coordinate three specialized agents for issue understanding, knowledge retrieval, and troubleshooting.</a:t>
            </a:r>
          </a:p>
          <a:p>
            <a:pPr lvl="0"/>
            <a:r>
              <a:rPr lang="en-IN" b="1"/>
              <a:t>Enable Conversational Support</a:t>
            </a:r>
            <a:r>
              <a:rPr lang="en-IN"/>
              <a:t> – Allow users to describe their problems naturally and receive interactive guidance.</a:t>
            </a:r>
          </a:p>
          <a:p>
            <a:pPr lvl="0"/>
            <a:r>
              <a:rPr lang="en-IN" b="1"/>
              <a:t>Support Common IoT Problems</a:t>
            </a:r>
            <a:r>
              <a:rPr lang="en-IN"/>
              <a:t> – Handle issues such as ESP32 Wi-Fi connectivity, sensor readings, device detection, and code-upload errors.</a:t>
            </a:r>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616648"/>
          </a:xfrm>
          <a:prstGeom prst="rect">
            <a:avLst/>
          </a:prstGeom>
          <a:noFill/>
        </p:spPr>
        <p:txBody>
          <a:bodyPr wrap="square" rtlCol="0">
            <a:spAutoFit/>
          </a:bodyPr>
          <a:lstStyle/>
          <a:p>
            <a:pPr fontAlgn="base"/>
            <a:endParaRPr lang="en-US" b="1"/>
          </a:p>
          <a:p>
            <a:r>
              <a:rPr lang="en-US" b="1"/>
              <a:t>Proposed Solution: </a:t>
            </a:r>
            <a:r>
              <a:rPr lang="en-IN" b="1"/>
              <a:t>IoT Doctor</a:t>
            </a:r>
          </a:p>
          <a:p>
            <a:endParaRPr lang="en-US" b="1"/>
          </a:p>
          <a:p>
            <a:r>
              <a:rPr lang="en-IN" b="1"/>
              <a:t>IoT Doctor</a:t>
            </a:r>
            <a:r>
              <a:rPr lang="en-IN"/>
              <a:t> is an AI-powered, multi-agent troubleshooting chatbot designed to help users identify and resolve common IoT device problems through natural-language interaction. Instead of requiring users to search through technical manuals or forums, the system provides relevant troubleshooting guidance through a single conversational interface.</a:t>
            </a:r>
          </a:p>
          <a:p>
            <a:r>
              <a:rPr lang="en-IN"/>
              <a:t>The solution consists of </a:t>
            </a:r>
            <a:r>
              <a:rPr lang="en-IN" b="1"/>
              <a:t>three specialized AI agents</a:t>
            </a:r>
            <a:r>
              <a:rPr lang="en-IN"/>
              <a:t> working together. The </a:t>
            </a:r>
            <a:r>
              <a:rPr lang="en-IN" b="1"/>
              <a:t>Issue Understanding Agent</a:t>
            </a:r>
            <a:r>
              <a:rPr lang="en-IN"/>
              <a:t> </a:t>
            </a:r>
            <a:r>
              <a:rPr lang="en-IN" err="1"/>
              <a:t>analyzes</a:t>
            </a:r>
            <a:r>
              <a:rPr lang="en-IN"/>
              <a:t> the user's description and identifies the device, symptoms, and possible category of the problem. The </a:t>
            </a:r>
            <a:r>
              <a:rPr lang="en-IN" b="1"/>
              <a:t>IoT Knowledge/RAG Agent</a:t>
            </a:r>
            <a:r>
              <a:rPr lang="en-IN"/>
              <a:t> retrieves relevant information from the IoT troubleshooting knowledge base, providing the system with supporting technical information. The </a:t>
            </a:r>
            <a:r>
              <a:rPr lang="en-IN" b="1"/>
              <a:t>Troubleshooting Agent</a:t>
            </a:r>
            <a:r>
              <a:rPr lang="en-IN"/>
              <a:t> then uses the identified issue and retrieved knowledge to generate a clear, structured, and step-by-step solution.</a:t>
            </a:r>
          </a:p>
          <a:p>
            <a:r>
              <a:rPr lang="en-IN"/>
              <a:t>The system is implemented as a </a:t>
            </a:r>
            <a:r>
              <a:rPr lang="en-IN" b="1"/>
              <a:t>web-based application</a:t>
            </a:r>
            <a:r>
              <a:rPr lang="en-IN"/>
              <a:t> with a simple chatbot interface. It can assist with common scenarios such as </a:t>
            </a:r>
            <a:r>
              <a:rPr lang="en-IN" b="1"/>
              <a:t>ESP32 Wi-Fi connectivity problems, sensor reading failures, Arduino detection issues, configuration problems, and code-upload errors</a:t>
            </a:r>
            <a:r>
              <a:rPr lang="en-IN"/>
              <a:t>.</a:t>
            </a:r>
          </a:p>
          <a:p>
            <a:r>
              <a:rPr lang="en-IN"/>
              <a:t>The overall workflow is:</a:t>
            </a:r>
          </a:p>
          <a:p>
            <a:r>
              <a:rPr lang="en-IN" b="1"/>
              <a:t>User Problem → Issue Understanding → RAG Knowledge Retrieval → Troubleshooting Analysis → Step-by-Step Solution</a:t>
            </a:r>
            <a:endParaRPr lang="en-IN"/>
          </a:p>
          <a:p>
            <a:r>
              <a:rPr lang="en-IN"/>
              <a:t>This approach combines </a:t>
            </a:r>
            <a:r>
              <a:rPr lang="en-IN" b="1"/>
              <a:t>Agentic AI, RAG, and conversational interaction</a:t>
            </a:r>
            <a:r>
              <a:rPr lang="en-IN"/>
              <a:t> to make IoT troubleshooting more accessible and systematic. The solution directly addresses the problem statement's requirements for issue understanding, knowledge retrieval, step-by-step solutions, and conversational support. </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661493" y="264713"/>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598893" y="807402"/>
            <a:ext cx="10994213" cy="6894195"/>
          </a:xfrm>
          <a:prstGeom prst="rect">
            <a:avLst/>
          </a:prstGeom>
          <a:noFill/>
        </p:spPr>
        <p:txBody>
          <a:bodyPr wrap="square" rtlCol="0">
            <a:spAutoFit/>
          </a:bodyPr>
          <a:lstStyle/>
          <a:p>
            <a:pPr lvl="0"/>
            <a:r>
              <a:rPr lang="en-IN" sz="1800" b="1"/>
              <a:t>Python</a:t>
            </a:r>
            <a:r>
              <a:rPr lang="en-IN" sz="1800"/>
              <a:t> – Used as the main programming language for developing the chatbot and implementing the AI workflow. </a:t>
            </a:r>
          </a:p>
          <a:p>
            <a:pPr lvl="0"/>
            <a:endParaRPr lang="en-IN" sz="1800"/>
          </a:p>
          <a:p>
            <a:pPr lvl="0"/>
            <a:r>
              <a:rPr lang="en-IN" sz="1800" b="1"/>
              <a:t>Flask</a:t>
            </a:r>
            <a:r>
              <a:rPr lang="en-IN" sz="1800"/>
              <a:t> – Used to develop the web application and connect the chatbot interface with the backend. </a:t>
            </a:r>
          </a:p>
          <a:p>
            <a:pPr lvl="0"/>
            <a:endParaRPr lang="en-IN" sz="1800"/>
          </a:p>
          <a:p>
            <a:pPr lvl="0"/>
            <a:r>
              <a:rPr lang="en-IN" sz="1800" b="1" err="1"/>
              <a:t>Groq</a:t>
            </a:r>
            <a:r>
              <a:rPr lang="en-IN" sz="1800" b="1"/>
              <a:t> API</a:t>
            </a:r>
            <a:r>
              <a:rPr lang="en-IN" sz="1800"/>
              <a:t> – Used to access the Large Language Model for understanding user queries and generating troubleshooting responses. </a:t>
            </a:r>
          </a:p>
          <a:p>
            <a:pPr lvl="0"/>
            <a:endParaRPr lang="en-IN" sz="1800"/>
          </a:p>
          <a:p>
            <a:pPr lvl="0"/>
            <a:r>
              <a:rPr lang="en-IN" sz="1800" b="1"/>
              <a:t>RAG (Retrieval-Augmented Generation)</a:t>
            </a:r>
            <a:r>
              <a:rPr lang="en-IN" sz="1800"/>
              <a:t> – Used to retrieve relevant IoT troubleshooting information from the knowledge base before generating answers. </a:t>
            </a:r>
          </a:p>
          <a:p>
            <a:pPr lvl="0"/>
            <a:endParaRPr lang="en-IN" sz="1800"/>
          </a:p>
          <a:p>
            <a:pPr lvl="0"/>
            <a:r>
              <a:rPr lang="en-IN" sz="1800" b="1"/>
              <a:t>Multi-Agent Architecture</a:t>
            </a:r>
            <a:r>
              <a:rPr lang="en-IN" sz="1800"/>
              <a:t> – Three specialized agents handle issue understanding, knowledge retrieval, and troubleshooting. </a:t>
            </a:r>
          </a:p>
          <a:p>
            <a:pPr lvl="0"/>
            <a:endParaRPr lang="en-IN" sz="1800"/>
          </a:p>
          <a:p>
            <a:pPr lvl="0"/>
            <a:r>
              <a:rPr lang="en-IN" sz="1800" b="1"/>
              <a:t>HTML, CSS &amp; JavaScript</a:t>
            </a:r>
            <a:r>
              <a:rPr lang="en-IN" sz="1800"/>
              <a:t> – Used to create the chatbot interface and provide interactive user interaction. </a:t>
            </a:r>
          </a:p>
          <a:p>
            <a:pPr lvl="0"/>
            <a:endParaRPr lang="en-IN" sz="1800"/>
          </a:p>
          <a:p>
            <a:pPr lvl="0"/>
            <a:r>
              <a:rPr lang="en-IN" sz="1800" b="1"/>
              <a:t>Bootstrap 5</a:t>
            </a:r>
            <a:r>
              <a:rPr lang="en-IN" sz="1800"/>
              <a:t> – Used for responsive UI components and layout. </a:t>
            </a:r>
          </a:p>
          <a:p>
            <a:pPr lvl="0"/>
            <a:endParaRPr lang="en-IN" sz="1800"/>
          </a:p>
          <a:p>
            <a:pPr lvl="0"/>
            <a:r>
              <a:rPr lang="en-IN" sz="1800" b="1" err="1"/>
              <a:t>dotenv</a:t>
            </a:r>
            <a:r>
              <a:rPr lang="en-IN" sz="1800"/>
              <a:t> – Used to securely load the </a:t>
            </a:r>
            <a:r>
              <a:rPr lang="en-IN" sz="1800" err="1"/>
              <a:t>Groq</a:t>
            </a:r>
            <a:r>
              <a:rPr lang="en-IN" sz="1800"/>
              <a:t> API key and other configuration values from the </a:t>
            </a:r>
            <a:r>
              <a:rPr lang="en-IN"/>
              <a:t>.env</a:t>
            </a:r>
            <a:r>
              <a:rPr lang="en-IN" sz="1800"/>
              <a:t> file. </a:t>
            </a:r>
          </a:p>
          <a:p>
            <a:pPr lvl="0"/>
            <a:endParaRPr lang="en-IN" sz="1800"/>
          </a:p>
          <a:p>
            <a:pPr lvl="0"/>
            <a:r>
              <a:rPr lang="en-IN" sz="1800" b="1"/>
              <a:t>IBM Bob</a:t>
            </a:r>
            <a:r>
              <a:rPr lang="en-IN" sz="1800"/>
              <a:t> – Used as the AI-assisted development environment for designing and generating the project.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4" name="Picture 3">
            <a:extLst>
              <a:ext uri="{FF2B5EF4-FFF2-40B4-BE49-F238E27FC236}">
                <a16:creationId xmlns:a16="http://schemas.microsoft.com/office/drawing/2014/main" id="{C2E734EE-FCDD-61B9-D6FF-8BC4A9B4ADB9}"/>
              </a:ext>
            </a:extLst>
          </p:cNvPr>
          <p:cNvPicPr>
            <a:picLocks noChangeAspect="1"/>
          </p:cNvPicPr>
          <p:nvPr/>
        </p:nvPicPr>
        <p:blipFill>
          <a:blip r:embed="rId3"/>
          <a:stretch>
            <a:fillRect/>
          </a:stretch>
        </p:blipFill>
        <p:spPr>
          <a:xfrm>
            <a:off x="3667692" y="1689737"/>
            <a:ext cx="8114876" cy="4305075"/>
          </a:xfrm>
          <a:prstGeom prst="rect">
            <a:avLst/>
          </a:prstGeom>
        </p:spPr>
      </p:pic>
      <p:sp>
        <p:nvSpPr>
          <p:cNvPr id="10" name="Arrow: Right 9">
            <a:extLst>
              <a:ext uri="{FF2B5EF4-FFF2-40B4-BE49-F238E27FC236}">
                <a16:creationId xmlns:a16="http://schemas.microsoft.com/office/drawing/2014/main" id="{A6C81E80-ED7B-4240-A8EE-0221D9ACD900}"/>
              </a:ext>
            </a:extLst>
          </p:cNvPr>
          <p:cNvSpPr/>
          <p:nvPr/>
        </p:nvSpPr>
        <p:spPr>
          <a:xfrm rot="8280234">
            <a:off x="7744362" y="1224750"/>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6FFF7BC6-93D0-8D42-34B7-C226B1B96C2D}"/>
              </a:ext>
            </a:extLst>
          </p:cNvPr>
          <p:cNvSpPr/>
          <p:nvPr/>
        </p:nvSpPr>
        <p:spPr>
          <a:xfrm>
            <a:off x="3751829" y="1807189"/>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1BD35405-CBF0-0C23-3573-1849B402F3F2}"/>
              </a:ext>
            </a:extLst>
          </p:cNvPr>
          <p:cNvPicPr>
            <a:picLocks noChangeAspect="1"/>
          </p:cNvPicPr>
          <p:nvPr/>
        </p:nvPicPr>
        <p:blipFill>
          <a:blip r:embed="rId3"/>
          <a:stretch>
            <a:fillRect/>
          </a:stretch>
        </p:blipFill>
        <p:spPr>
          <a:xfrm>
            <a:off x="1122219" y="993717"/>
            <a:ext cx="9684489" cy="516809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670E6D-C58E-30F7-515B-42AA064A8EEE}"/>
              </a:ext>
            </a:extLst>
          </p:cNvPr>
          <p:cNvPicPr>
            <a:picLocks noChangeAspect="1"/>
          </p:cNvPicPr>
          <p:nvPr/>
        </p:nvPicPr>
        <p:blipFill>
          <a:blip r:embed="rId2"/>
          <a:stretch>
            <a:fillRect/>
          </a:stretch>
        </p:blipFill>
        <p:spPr>
          <a:xfrm>
            <a:off x="405245" y="409960"/>
            <a:ext cx="11331640" cy="601162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5F2F83EB-E07E-4069-95AD-92AE1BB439DB}"/>
              </a:ext>
            </a:extLst>
          </p:cNvPr>
          <p:cNvPicPr>
            <a:picLocks noChangeAspect="1"/>
          </p:cNvPicPr>
          <p:nvPr/>
        </p:nvPicPr>
        <p:blipFill>
          <a:blip r:embed="rId3"/>
          <a:stretch>
            <a:fillRect/>
          </a:stretch>
        </p:blipFill>
        <p:spPr>
          <a:xfrm>
            <a:off x="651557" y="806472"/>
            <a:ext cx="10818953" cy="5561314"/>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IN"/>
              <a:t>Agentic AI enables </a:t>
            </a:r>
            <a:r>
              <a:rPr lang="en-IN" b="1"/>
              <a:t>IoT Doctor</a:t>
            </a:r>
            <a:r>
              <a:rPr lang="en-IN"/>
              <a:t> to work as an intelligent troubleshooting system rather than a basic question-and-answer chatbot. It divides the troubleshooting process into specialized tasks and allows multiple AI agents to work together to understand the user's problem, retrieve relevant knowledge, and generate an appropriate solution.</a:t>
            </a:r>
          </a:p>
          <a:p>
            <a:endParaRPr lang="en-IN"/>
          </a:p>
          <a:p>
            <a:pPr lvl="0"/>
            <a:r>
              <a:rPr lang="en-IN" b="1"/>
              <a:t>Autonomous Issue Analysis</a:t>
            </a:r>
            <a:r>
              <a:rPr lang="en-IN"/>
              <a:t> – The Issue Understanding Agent </a:t>
            </a:r>
            <a:r>
              <a:rPr lang="en-IN" err="1"/>
              <a:t>analyzes</a:t>
            </a:r>
            <a:r>
              <a:rPr lang="en-IN"/>
              <a:t> the user's natural-language description and identifies the device, symptoms, and problem category.</a:t>
            </a:r>
          </a:p>
          <a:p>
            <a:pPr lvl="0"/>
            <a:r>
              <a:rPr lang="en-IN" b="1"/>
              <a:t>Knowledge Retrieval</a:t>
            </a:r>
            <a:r>
              <a:rPr lang="en-IN"/>
              <a:t> – The IoT Knowledge/RAG Agent retrieves relevant troubleshooting information from the IoT knowledge base before the final response is generated.</a:t>
            </a:r>
          </a:p>
          <a:p>
            <a:pPr lvl="0"/>
            <a:r>
              <a:rPr lang="en-IN" b="1"/>
              <a:t>Collaborative Agent Workflow</a:t>
            </a:r>
            <a:r>
              <a:rPr lang="en-IN"/>
              <a:t> – The three specialized agents work sequentially, passing relevant information from one stage to the next.</a:t>
            </a:r>
          </a:p>
          <a:p>
            <a:pPr lvl="0"/>
            <a:r>
              <a:rPr lang="en-IN" b="1"/>
              <a:t>Context-Aware Responses</a:t>
            </a:r>
            <a:r>
              <a:rPr lang="en-IN"/>
              <a:t> – The Troubleshooting Agent uses the user's problem and retrieved knowledge to generate solutions relevant to the specific IoT issue.</a:t>
            </a:r>
          </a:p>
          <a:p>
            <a:pPr lvl="0"/>
            <a:r>
              <a:rPr lang="en-IN" b="1"/>
              <a:t>Step-by-Step Decision Support</a:t>
            </a:r>
            <a:r>
              <a:rPr lang="en-IN"/>
              <a:t> – Instead of giving a generic answer, the system produces structured troubleshooting steps that users can follow.</a:t>
            </a:r>
          </a:p>
          <a:p>
            <a:pPr lvl="0"/>
            <a:r>
              <a:rPr lang="en-IN" b="1"/>
              <a:t>Adaptability</a:t>
            </a:r>
            <a:r>
              <a:rPr lang="en-IN"/>
              <a:t> – The system can be extended with additional IoT devices, troubleshooting documents, and specialized agents in the future.</a:t>
            </a:r>
          </a:p>
          <a:p>
            <a:r>
              <a:rPr lang="en-IN" b="1"/>
              <a:t>Overall, Agentic AI makes IoT Doctor more structured, knowledge-driven, and capable of handling IoT troubleshooting through coordinated AI agents.</a:t>
            </a:r>
            <a:endParaRPr lang="en-IN"/>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b="1"/>
              <a:t>7.81 / 50.00</a:t>
            </a:r>
          </a:p>
          <a:p>
            <a:endParaRPr lang="en-US"/>
          </a:p>
        </p:txBody>
      </p:sp>
      <p:sp>
        <p:nvSpPr>
          <p:cNvPr id="15" name="TextBox 14">
            <a:extLst>
              <a:ext uri="{FF2B5EF4-FFF2-40B4-BE49-F238E27FC236}">
                <a16:creationId xmlns:a16="http://schemas.microsoft.com/office/drawing/2014/main" id="{B22EA981-5113-2D05-C1A2-169306E1D47C}"/>
              </a:ext>
            </a:extLst>
          </p:cNvPr>
          <p:cNvSpPr txBox="1"/>
          <p:nvPr/>
        </p:nvSpPr>
        <p:spPr>
          <a:xfrm>
            <a:off x="4195957" y="980122"/>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7B325E68-02C5-4DB5-7A3C-0E9C7472D69A}"/>
              </a:ext>
            </a:extLst>
          </p:cNvPr>
          <p:cNvPicPr>
            <a:picLocks noChangeAspect="1"/>
          </p:cNvPicPr>
          <p:nvPr/>
        </p:nvPicPr>
        <p:blipFill>
          <a:blip r:embed="rId3"/>
          <a:stretch>
            <a:fillRect/>
          </a:stretch>
        </p:blipFill>
        <p:spPr>
          <a:xfrm>
            <a:off x="1218724" y="1380232"/>
            <a:ext cx="9892528" cy="5191536"/>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B63978C1-3622-2196-3937-84A60B0A7E18}"/>
              </a:ext>
            </a:extLst>
          </p:cNvPr>
          <p:cNvPicPr>
            <a:picLocks noChangeAspect="1"/>
          </p:cNvPicPr>
          <p:nvPr/>
        </p:nvPicPr>
        <p:blipFill>
          <a:blip r:embed="rId3"/>
          <a:stretch>
            <a:fillRect/>
          </a:stretch>
        </p:blipFill>
        <p:spPr>
          <a:xfrm>
            <a:off x="548640" y="683510"/>
            <a:ext cx="11235252" cy="5960486"/>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9E77-EFF8-3D3A-E1C2-8D67EE4DA6D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7C82410-50A6-7102-64EB-A4BE30FC45F3}"/>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8B50C09C-CA7F-5902-CA4F-2203ACEBD806}"/>
              </a:ext>
            </a:extLst>
          </p:cNvPr>
          <p:cNvPicPr>
            <a:picLocks noChangeAspect="1"/>
          </p:cNvPicPr>
          <p:nvPr/>
        </p:nvPicPr>
        <p:blipFill>
          <a:blip r:embed="rId2"/>
          <a:stretch>
            <a:fillRect/>
          </a:stretch>
        </p:blipFill>
        <p:spPr>
          <a:xfrm>
            <a:off x="325079" y="335279"/>
            <a:ext cx="11456557" cy="6141721"/>
          </a:xfrm>
          <a:prstGeom prst="rect">
            <a:avLst/>
          </a:prstGeom>
        </p:spPr>
      </p:pic>
      <p:cxnSp>
        <p:nvCxnSpPr>
          <p:cNvPr id="9" name="Straight Arrow Connector 8">
            <a:extLst>
              <a:ext uri="{FF2B5EF4-FFF2-40B4-BE49-F238E27FC236}">
                <a16:creationId xmlns:a16="http://schemas.microsoft.com/office/drawing/2014/main" id="{F8D6F37D-852F-BF01-2289-ED2B154AFB3F}"/>
              </a:ext>
            </a:extLst>
          </p:cNvPr>
          <p:cNvCxnSpPr/>
          <p:nvPr/>
        </p:nvCxnSpPr>
        <p:spPr>
          <a:xfrm>
            <a:off x="8671560" y="4354671"/>
            <a:ext cx="1341120" cy="975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124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83298"/>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6C4BCA2A-BF20-AC46-A1A9-6B329DCD0628}"/>
              </a:ext>
            </a:extLst>
          </p:cNvPr>
          <p:cNvPicPr>
            <a:picLocks noChangeAspect="1"/>
          </p:cNvPicPr>
          <p:nvPr/>
        </p:nvPicPr>
        <p:blipFill>
          <a:blip r:embed="rId3"/>
          <a:stretch>
            <a:fillRect/>
          </a:stretch>
        </p:blipFill>
        <p:spPr>
          <a:xfrm>
            <a:off x="409143" y="908685"/>
            <a:ext cx="11337379" cy="547192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3B4FB-E3B7-ED5C-9634-D8D22011787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A3D61EF8-0E10-B67E-9972-1EAA7C76F534}"/>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B7C5A300-D15D-0367-5297-D8E82F5D4963}"/>
              </a:ext>
            </a:extLst>
          </p:cNvPr>
          <p:cNvPicPr>
            <a:picLocks noChangeAspect="1"/>
          </p:cNvPicPr>
          <p:nvPr/>
        </p:nvPicPr>
        <p:blipFill>
          <a:blip r:embed="rId2"/>
          <a:stretch>
            <a:fillRect/>
          </a:stretch>
        </p:blipFill>
        <p:spPr>
          <a:xfrm>
            <a:off x="579120" y="890269"/>
            <a:ext cx="11048999" cy="5480051"/>
          </a:xfrm>
          <a:prstGeom prst="rect">
            <a:avLst/>
          </a:prstGeom>
        </p:spPr>
      </p:pic>
      <p:sp>
        <p:nvSpPr>
          <p:cNvPr id="7" name="TextBox 6">
            <a:extLst>
              <a:ext uri="{FF2B5EF4-FFF2-40B4-BE49-F238E27FC236}">
                <a16:creationId xmlns:a16="http://schemas.microsoft.com/office/drawing/2014/main" id="{CA21CD32-051A-BCDE-40CE-086C0B8927F8}"/>
              </a:ext>
            </a:extLst>
          </p:cNvPr>
          <p:cNvSpPr txBox="1"/>
          <p:nvPr/>
        </p:nvSpPr>
        <p:spPr>
          <a:xfrm>
            <a:off x="243840" y="144082"/>
            <a:ext cx="6096000" cy="597279"/>
          </a:xfrm>
          <a:prstGeom prst="rect">
            <a:avLst/>
          </a:prstGeom>
          <a:noFill/>
        </p:spPr>
        <p:txBody>
          <a:bodyPr wrap="square">
            <a:spAutoFit/>
          </a:bodyPr>
          <a:lstStyle/>
          <a:p>
            <a:pPr>
              <a:lnSpc>
                <a:spcPct val="157142"/>
              </a:lnSpc>
              <a:buClr>
                <a:srgbClr val="051D3A"/>
              </a:buClr>
              <a:buSzPts val="3500"/>
            </a:pPr>
            <a:r>
              <a:rPr lang="en-US" sz="2400" b="1">
                <a:sym typeface="Times New Roman"/>
              </a:rPr>
              <a:t> Project Output Screenshot</a:t>
            </a:r>
          </a:p>
        </p:txBody>
      </p:sp>
    </p:spTree>
    <p:extLst>
      <p:ext uri="{BB962C8B-B14F-4D97-AF65-F5344CB8AC3E}">
        <p14:creationId xmlns:p14="http://schemas.microsoft.com/office/powerpoint/2010/main" val="2122323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003280" cy="5293757"/>
          </a:xfrm>
          <a:prstGeom prst="rect">
            <a:avLst/>
          </a:prstGeom>
          <a:noFill/>
        </p:spPr>
        <p:txBody>
          <a:bodyPr wrap="square" rtlCol="0">
            <a:spAutoFit/>
          </a:bodyPr>
          <a:lstStyle/>
          <a:p>
            <a:r>
              <a:rPr lang="en-IN" sz="1800"/>
              <a:t>The proposed </a:t>
            </a:r>
            <a:r>
              <a:rPr lang="en-IN" sz="1800" b="1"/>
              <a:t>IoT Doctor</a:t>
            </a:r>
            <a:r>
              <a:rPr lang="en-IN" sz="1800"/>
              <a:t> stands out by combining </a:t>
            </a:r>
            <a:r>
              <a:rPr lang="en-IN" sz="1800" b="1"/>
              <a:t>Agentic AI, RAG, and conversational troubleshooting</a:t>
            </a:r>
            <a:r>
              <a:rPr lang="en-IN" sz="1800"/>
              <a:t> into a single IoT support system.</a:t>
            </a:r>
          </a:p>
          <a:p>
            <a:pPr lvl="0"/>
            <a:r>
              <a:rPr lang="en-IN" sz="1800" b="1"/>
              <a:t>Multi-Agent Troubleshooting</a:t>
            </a:r>
            <a:r>
              <a:rPr lang="en-IN" sz="1800"/>
              <a:t> – Uses three specialized agents that collaboratively understand, retrieve, and solve IoT problems.</a:t>
            </a:r>
          </a:p>
          <a:p>
            <a:pPr lvl="0"/>
            <a:r>
              <a:rPr lang="en-IN" sz="1800" b="1"/>
              <a:t>RAG-Based Knowledge Retrieval</a:t>
            </a:r>
            <a:r>
              <a:rPr lang="en-IN" sz="1800"/>
              <a:t> – Retrieves relevant troubleshooting information from an IoT knowledge base before generating the solution.</a:t>
            </a:r>
          </a:p>
          <a:p>
            <a:pPr lvl="0"/>
            <a:r>
              <a:rPr lang="en-IN" sz="1800" b="1"/>
              <a:t>Natural-Language Problem Understanding</a:t>
            </a:r>
            <a:r>
              <a:rPr lang="en-IN" sz="1800"/>
              <a:t> – Users can describe technical problems in simple language without needing to know specific technical terminology.</a:t>
            </a:r>
          </a:p>
          <a:p>
            <a:pPr lvl="0"/>
            <a:r>
              <a:rPr lang="en-IN" sz="1800" b="1"/>
              <a:t>Step-by-Step Guidance</a:t>
            </a:r>
            <a:r>
              <a:rPr lang="en-IN" sz="1800"/>
              <a:t> – Converts technical troubleshooting information into clear and practical instructions.</a:t>
            </a:r>
          </a:p>
          <a:p>
            <a:pPr lvl="0"/>
            <a:r>
              <a:rPr lang="en-IN" sz="1800" b="1"/>
              <a:t>IoT-Specific Knowledge Base</a:t>
            </a:r>
            <a:r>
              <a:rPr lang="en-IN" sz="1800"/>
              <a:t> – Focuses on common issues involving devices such as ESP32, Arduino, sensors, Wi-Fi connectivity, and firmware.</a:t>
            </a:r>
          </a:p>
          <a:p>
            <a:pPr lvl="0"/>
            <a:r>
              <a:rPr lang="en-IN" sz="1800" b="1"/>
              <a:t>Conversational Support</a:t>
            </a:r>
            <a:r>
              <a:rPr lang="en-IN" sz="1800"/>
              <a:t> – Allows users to interact with the system instead of manually searching through multiple documentation sources.</a:t>
            </a:r>
          </a:p>
          <a:p>
            <a:pPr lvl="0"/>
            <a:r>
              <a:rPr lang="en-IN" sz="1800" b="1"/>
              <a:t>Expandable Architecture</a:t>
            </a:r>
            <a:r>
              <a:rPr lang="en-IN" sz="1800"/>
              <a:t> – The knowledge base and agent workflow can be extended to support additional IoT devices, sensors, and troubleshooting scenarios.</a:t>
            </a:r>
          </a:p>
          <a:p>
            <a:r>
              <a:rPr lang="en-IN" sz="1800" b="1"/>
              <a:t>Overall, IoT Doctor combines specialized AI agents with IoT-focused RAG to provide a structured and user-friendly approach to device troubleshooting.</a:t>
            </a:r>
            <a:endParaRPr lang="en-IN" sz="1800"/>
          </a:p>
          <a:p>
            <a:endParaRPr lang="en-IN"/>
          </a:p>
        </p:txBody>
      </p:sp>
    </p:spTree>
    <p:extLst>
      <p:ext uri="{BB962C8B-B14F-4D97-AF65-F5344CB8AC3E}">
        <p14:creationId xmlns:p14="http://schemas.microsoft.com/office/powerpoint/2010/main" val="2325282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1140862" y="1485577"/>
            <a:ext cx="6911761"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spTree>
    <p:extLst>
      <p:ext uri="{BB962C8B-B14F-4D97-AF65-F5344CB8AC3E}">
        <p14:creationId xmlns:p14="http://schemas.microsoft.com/office/powerpoint/2010/main" val="2833482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4175177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1334</Words>
  <Application>Microsoft Office PowerPoint</Application>
  <PresentationFormat>Widescreen</PresentationFormat>
  <Paragraphs>141</Paragraphs>
  <Slides>21</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Deepti S</cp:lastModifiedBy>
  <cp:revision>1</cp:revision>
  <dcterms:created xsi:type="dcterms:W3CDTF">2025-07-08T05:06:56Z</dcterms:created>
  <dcterms:modified xsi:type="dcterms:W3CDTF">2026-09-29T06:28:42Z</dcterms:modified>
</cp:coreProperties>
</file>